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 do seminário de Rea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 do seminário de Rea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 do seminário de Rea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 do seminário de Rea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 do seminário de Rea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 do seminário de Rea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 do seminário de Rea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 do seminário de Rea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 do seminário de Rea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 do seminário de Rea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 do seminário de Rea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1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2 do seminário de Rea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3 do seminário de Rea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51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4 do seminário de Rea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1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5 do seminário de Rea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nrop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nrop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SENAI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React — Interfaces Web baseadas em componentes</dc:title>
  <dc:subject>Seminário de Frameworks Front-end</dc:subject>
  <dc:creator>Turma 2º ADS</dc:creator>
  <cp:lastModifiedBy>Turma 2º ADS</cp:lastModifiedBy>
  <cp:revision>1</cp:revision>
  <dcterms:created xsi:type="dcterms:W3CDTF">2026-09-22T11:27:18Z</dcterms:created>
  <dcterms:modified xsi:type="dcterms:W3CDTF">2026-09-22T11:27:18Z</dcterms:modified>
</cp:coreProperties>
</file>